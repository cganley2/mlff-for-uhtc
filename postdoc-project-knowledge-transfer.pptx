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22" r:id="rId3"/>
    <p:sldId id="257" r:id="rId4"/>
    <p:sldId id="324" r:id="rId5"/>
    <p:sldId id="325" r:id="rId6"/>
    <p:sldId id="270" r:id="rId7"/>
    <p:sldId id="287" r:id="rId8"/>
    <p:sldId id="288" r:id="rId9"/>
    <p:sldId id="28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110" d="100"/>
          <a:sy n="110" d="100"/>
        </p:scale>
        <p:origin x="328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88087-EECD-456F-FB4A-C426874209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0CFACE-1FB3-79D7-CEC1-C331234B55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F5CBE-D0A1-52D3-1BE7-72B32678F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F0224-65F1-8A4A-A832-8BA71DF0FB39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24E61-9A45-8F0E-191C-06300C8D7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338D3-C61D-0B34-F840-F890C1A34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B6FE1-77AB-D745-A4B3-FA7A23329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46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9EB8F-1429-8C36-C6A3-164F32841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D662A-95E9-4BF0-7C98-BB63A9FAE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995A5-E1B1-C166-49C7-D390C47F5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F0224-65F1-8A4A-A832-8BA71DF0FB39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914F2-20E7-B6D3-64D3-E3C461F43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53A51-1A08-E75D-1FA7-C489FC9AA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B6FE1-77AB-D745-A4B3-FA7A23329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998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67B32-C4D6-F533-73B7-7F3CD83DC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A565F-6125-6D5B-0975-8222D5F8A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0210F-228F-E643-A47E-A56142C64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F0224-65F1-8A4A-A832-8BA71DF0FB39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1A7BC-6273-34D5-6209-F8AF4933D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F310E-4102-32D3-3740-87B091CE5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B6FE1-77AB-D745-A4B3-FA7A23329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754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C0E85-5B4B-D602-17A1-D732C3C3F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927DB-F8B5-468A-D84C-8345955D54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DA9823-B9E8-2288-C278-A492712ED7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E9702-DD59-39C8-193B-F3EF7F7A1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F0224-65F1-8A4A-A832-8BA71DF0FB39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4B1AF8-C24E-BA6B-C919-3CC35453F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92936-BD7D-BA68-408A-211C22C66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B6FE1-77AB-D745-A4B3-FA7A23329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571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5F0E5-4952-6C84-5BE7-85EFA0848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42C9C-D0A2-410F-7483-1607DEBB9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193846-A9D1-A9D1-FA2E-CA8FFC6E74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CDEF1D-DC1A-167B-E724-7CAEF7AF61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E35DEA-2E5A-B720-8207-BC62A7207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09BBC3-F010-54A6-5D13-B2306EBA2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F0224-65F1-8A4A-A832-8BA71DF0FB39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74B5E1-C68D-93A5-339B-78FB50623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D2120C-F142-C0AE-A7F2-62DD712EB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B6FE1-77AB-D745-A4B3-FA7A23329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501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72FD-0460-4314-09AC-6F3ABBEF1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37078E-A44C-6EA9-0FDA-BB8D39F3B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F0224-65F1-8A4A-A832-8BA71DF0FB39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547594-1379-D3F5-3E89-EDE4417C6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D26731-024B-C2AD-D702-808DD8464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B6FE1-77AB-D745-A4B3-FA7A23329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381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A12533-2839-FF94-09ED-E9905FF42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F0224-65F1-8A4A-A832-8BA71DF0FB39}" type="datetimeFigureOut">
              <a:rPr lang="en-US" smtClean="0"/>
              <a:t>1/19/26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5C680B-AA96-039B-BF07-B5F63BF62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EB5E4-65DB-E040-DF5A-541505844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B6FE1-77AB-D745-A4B3-FA7A23329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047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64CD4-6085-52EA-383F-167C1AF84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4C558-5F39-9504-C6FF-AD1FFAE64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ED0F3-54E8-E9FF-2DFA-590B6A89B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85279-1283-D987-61EA-9D858FF98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F0224-65F1-8A4A-A832-8BA71DF0FB39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7AA37-DD68-5914-707F-60A11A16F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3409D-4C98-A685-F021-F34682EAE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B6FE1-77AB-D745-A4B3-FA7A23329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73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1F5D9-7C8C-19B1-33F5-571883F3C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563911-B68F-B0D6-7BDD-7FB73BBA78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93ACDF-F8CC-82F2-A3A2-D3A5CF7160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B85CE-7AFB-855C-C2B6-452BC1BEF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F0224-65F1-8A4A-A832-8BA71DF0FB39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21799-F31C-B526-0558-740DCC9DE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830D5-6200-D7D7-9BF8-4C4D393EB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B6FE1-77AB-D745-A4B3-FA7A23329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08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FD886-2A01-C3A1-5554-7686E3402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3182F-42C4-6D8B-2611-A447FAF69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3BDBF-4DE7-3521-29AD-FC8765609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F0224-65F1-8A4A-A832-8BA71DF0FB39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4202D-0FCF-CD5A-FD38-1417BFDD4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6B030-4BFB-C0B9-E896-5D32955D7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B6FE1-77AB-D745-A4B3-FA7A23329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952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E30750-6004-E802-76ED-1E3A3D8F15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037C99-1ECD-E5B1-5385-13AD3D1F75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57C3F-EE34-ABF4-8871-CB05452DD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F0224-65F1-8A4A-A832-8BA71DF0FB39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ED5C5-FD07-1A1F-3D34-21096B434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2F1DE-1AE4-5A6D-6785-856868CA6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B6FE1-77AB-D745-A4B3-FA7A23329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831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6A4425-19EF-0FBB-71A9-61DB519D1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4150D8-BFFE-5890-4D3E-884FAD036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1F7E6-A801-E5CD-D340-A5436F4D10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F0224-65F1-8A4A-A832-8BA71DF0FB39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82F6E-9124-42E2-E8A6-C916C956DF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C6E25-3531-505B-6DEA-5094142BD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3B6FE1-77AB-D745-A4B3-FA7A23329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392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1FF86-9662-71F3-E6EA-A172783FAA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MLFF for UHTC Oxidation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A25629-A4FC-0D0D-280F-BC5F2CD170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January 2026</a:t>
            </a:r>
          </a:p>
        </p:txBody>
      </p:sp>
    </p:spTree>
    <p:extLst>
      <p:ext uri="{BB962C8B-B14F-4D97-AF65-F5344CB8AC3E}">
        <p14:creationId xmlns:p14="http://schemas.microsoft.com/office/powerpoint/2010/main" val="3207530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AC81D1C-D74F-1E80-6503-77814FFD924B}"/>
              </a:ext>
            </a:extLst>
          </p:cNvPr>
          <p:cNvGrpSpPr/>
          <p:nvPr/>
        </p:nvGrpSpPr>
        <p:grpSpPr>
          <a:xfrm>
            <a:off x="7357796" y="2883301"/>
            <a:ext cx="2999232" cy="1960393"/>
            <a:chOff x="1914144" y="2721335"/>
            <a:chExt cx="2999232" cy="196039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708E560-F098-F77B-1618-0BAD4EAB4298}"/>
                </a:ext>
              </a:extLst>
            </p:cNvPr>
            <p:cNvSpPr/>
            <p:nvPr/>
          </p:nvSpPr>
          <p:spPr>
            <a:xfrm>
              <a:off x="1914144" y="3429000"/>
              <a:ext cx="2999232" cy="12527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ZrB</a:t>
              </a:r>
              <a:r>
                <a:rPr lang="en-US" baseline="-25000" dirty="0"/>
                <a:t>2</a:t>
              </a:r>
              <a:r>
                <a:rPr lang="en-US" dirty="0"/>
                <a:t> (s)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A464A3E-5E65-304B-09CE-1B6E463C9675}"/>
                </a:ext>
              </a:extLst>
            </p:cNvPr>
            <p:cNvSpPr/>
            <p:nvPr/>
          </p:nvSpPr>
          <p:spPr>
            <a:xfrm>
              <a:off x="1914144" y="2721335"/>
              <a:ext cx="2999232" cy="707665"/>
            </a:xfrm>
            <a:prstGeom prst="rect">
              <a:avLst/>
            </a:prstGeom>
            <a:solidFill>
              <a:srgbClr val="97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</a:t>
              </a:r>
              <a:r>
                <a:rPr lang="en-US" baseline="-25000" dirty="0"/>
                <a:t>2</a:t>
              </a:r>
              <a:r>
                <a:rPr lang="en-US" dirty="0"/>
                <a:t> (g)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F07E4A72-A63A-A0F3-E2B2-3B86466CA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264" y="1907180"/>
            <a:ext cx="4375422" cy="39126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8AB17A-7F79-B9FC-2F4D-D8D3B51A4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"Solid pillars, liquid roof"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6F3CFA-A2A7-322D-A29F-AD0852F6A1AA}"/>
              </a:ext>
            </a:extLst>
          </p:cNvPr>
          <p:cNvSpPr txBox="1"/>
          <p:nvPr/>
        </p:nvSpPr>
        <p:spPr>
          <a:xfrm>
            <a:off x="1413886" y="6036309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Parthasarathy </a:t>
            </a:r>
            <a:r>
              <a:rPr lang="en-US" i="1" dirty="0"/>
              <a:t>et al.</a:t>
            </a:r>
            <a:r>
              <a:rPr lang="en-US" dirty="0"/>
              <a:t> (2009). https://</a:t>
            </a:r>
            <a:r>
              <a:rPr lang="en-US" dirty="0" err="1"/>
              <a:t>ceramics.onlinelibrary.wiley.com</a:t>
            </a:r>
            <a:r>
              <a:rPr lang="en-US" dirty="0"/>
              <a:t>/</a:t>
            </a:r>
            <a:r>
              <a:rPr lang="en-US" dirty="0" err="1"/>
              <a:t>doi</a:t>
            </a:r>
            <a:r>
              <a:rPr lang="en-US" dirty="0"/>
              <a:t>/10.1111/j.1551-2916.2009.03031.x</a:t>
            </a:r>
          </a:p>
        </p:txBody>
      </p:sp>
    </p:spTree>
    <p:extLst>
      <p:ext uri="{BB962C8B-B14F-4D97-AF65-F5344CB8AC3E}">
        <p14:creationId xmlns:p14="http://schemas.microsoft.com/office/powerpoint/2010/main" val="748598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C1E04-3549-345C-5D49-0DDA634B5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Convergence tests on bulk ZrB</a:t>
            </a:r>
            <a:r>
              <a:rPr lang="en-US" baseline="-25000" dirty="0"/>
              <a:t>2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565C7B-E11B-E5B0-9B2D-36D5BD025D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77014" y="1690688"/>
            <a:ext cx="6437971" cy="429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266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EBC0C-18FA-41B6-FE09-E025E19F8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Surface construction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B21A6-F7AE-F2B9-EB16-1B63801B0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416" y="2018371"/>
            <a:ext cx="5001168" cy="375087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28C9140-8020-428B-4F40-82471AA108D4}"/>
              </a:ext>
            </a:extLst>
          </p:cNvPr>
          <p:cNvCxnSpPr/>
          <p:nvPr/>
        </p:nvCxnSpPr>
        <p:spPr>
          <a:xfrm flipV="1">
            <a:off x="3923818" y="3020992"/>
            <a:ext cx="0" cy="1886674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CE71794-CA88-3D43-D737-B05A24299E9C}"/>
              </a:ext>
            </a:extLst>
          </p:cNvPr>
          <p:cNvSpPr txBox="1"/>
          <p:nvPr/>
        </p:nvSpPr>
        <p:spPr>
          <a:xfrm>
            <a:off x="3474560" y="4907666"/>
            <a:ext cx="898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(001)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9BE60E-A6EB-CB3B-B017-B2D85E87E21C}"/>
              </a:ext>
            </a:extLst>
          </p:cNvPr>
          <p:cNvSpPr txBox="1"/>
          <p:nvPr/>
        </p:nvSpPr>
        <p:spPr>
          <a:xfrm>
            <a:off x="8009681" y="3692324"/>
            <a:ext cx="1504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144 atoms</a:t>
            </a:r>
          </a:p>
        </p:txBody>
      </p:sp>
    </p:spTree>
    <p:extLst>
      <p:ext uri="{BB962C8B-B14F-4D97-AF65-F5344CB8AC3E}">
        <p14:creationId xmlns:p14="http://schemas.microsoft.com/office/powerpoint/2010/main" val="2161668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CF5F3-8CA5-F29D-3229-00D64B57A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 initio molecular dynamics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747E80-9A47-B2BA-CB94-CE67DF0BA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0142" y="1325563"/>
            <a:ext cx="7772400" cy="5829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8E1AD0-2C2B-7E18-717E-532B0F745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1325563"/>
            <a:ext cx="77724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170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9CE2D-190B-9B18-3C23-603D4980B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8924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Surface</a:t>
            </a:r>
            <a:r>
              <a:rPr lang="en-US" sz="4000" dirty="0"/>
              <a:t> symmetry: 3 adsorption sites (H, B, 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C13E88-AC6F-9312-2EE1-40540C02A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650" y="1246639"/>
            <a:ext cx="2476500" cy="1733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167DF5-7FF1-8BAA-E36B-F1F6C07D1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850" y="3053646"/>
            <a:ext cx="2400300" cy="1689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4E6339-D8E9-748A-043F-8D5157FA5B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5850" y="4816203"/>
            <a:ext cx="2400300" cy="16725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8390C5-7ECE-EFD5-1828-FBAF28D0F489}"/>
              </a:ext>
            </a:extLst>
          </p:cNvPr>
          <p:cNvSpPr txBox="1"/>
          <p:nvPr/>
        </p:nvSpPr>
        <p:spPr>
          <a:xfrm>
            <a:off x="4183046" y="1865857"/>
            <a:ext cx="417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D19471-99FE-1021-1EBC-969BA03A3439}"/>
              </a:ext>
            </a:extLst>
          </p:cNvPr>
          <p:cNvSpPr txBox="1"/>
          <p:nvPr/>
        </p:nvSpPr>
        <p:spPr>
          <a:xfrm>
            <a:off x="4183046" y="3713530"/>
            <a:ext cx="417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FF6BD0-DA96-C94C-49B5-F72857FC9550}"/>
              </a:ext>
            </a:extLst>
          </p:cNvPr>
          <p:cNvSpPr txBox="1"/>
          <p:nvPr/>
        </p:nvSpPr>
        <p:spPr>
          <a:xfrm>
            <a:off x="4138658" y="5467811"/>
            <a:ext cx="417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668094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BB987-13CE-8314-0023-9A50D93ED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1370"/>
            <a:ext cx="10515600" cy="1325563"/>
          </a:xfrm>
        </p:spPr>
        <p:txBody>
          <a:bodyPr/>
          <a:lstStyle/>
          <a:p>
            <a:r>
              <a:rPr lang="en-US" dirty="0"/>
              <a:t>Training: Large model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BD59CD-BF15-3FCA-0804-26DF72BE2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" y="869796"/>
            <a:ext cx="4734826" cy="31638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815F31-579C-5222-2FA9-E32433FA6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100" y="3556000"/>
            <a:ext cx="4734826" cy="3163824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5FE7F3A-87E0-FC33-2F53-2F9DB3DD0C5F}"/>
              </a:ext>
            </a:extLst>
          </p:cNvPr>
          <p:cNvGraphicFramePr>
            <a:graphicFrameLocks noGrp="1"/>
          </p:cNvGraphicFramePr>
          <p:nvPr/>
        </p:nvGraphicFramePr>
        <p:xfrm>
          <a:off x="6216748" y="1408750"/>
          <a:ext cx="552704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760">
                  <a:extLst>
                    <a:ext uri="{9D8B030D-6E8A-4147-A177-3AD203B41FA5}">
                      <a16:colId xmlns:a16="http://schemas.microsoft.com/office/drawing/2014/main" val="267710837"/>
                    </a:ext>
                  </a:extLst>
                </a:gridCol>
                <a:gridCol w="1506118">
                  <a:extLst>
                    <a:ext uri="{9D8B030D-6E8A-4147-A177-3AD203B41FA5}">
                      <a16:colId xmlns:a16="http://schemas.microsoft.com/office/drawing/2014/main" val="413046142"/>
                    </a:ext>
                  </a:extLst>
                </a:gridCol>
                <a:gridCol w="1257402">
                  <a:extLst>
                    <a:ext uri="{9D8B030D-6E8A-4147-A177-3AD203B41FA5}">
                      <a16:colId xmlns:a16="http://schemas.microsoft.com/office/drawing/2014/main" val="2206031782"/>
                    </a:ext>
                  </a:extLst>
                </a:gridCol>
                <a:gridCol w="1381760">
                  <a:extLst>
                    <a:ext uri="{9D8B030D-6E8A-4147-A177-3AD203B41FA5}">
                      <a16:colId xmlns:a16="http://schemas.microsoft.com/office/drawing/2014/main" val="1643520954"/>
                    </a:ext>
                  </a:extLst>
                </a:gridCol>
              </a:tblGrid>
              <a:tr h="52007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 RMSE (</a:t>
                      </a:r>
                      <a:r>
                        <a:rPr lang="en-US" sz="1600" dirty="0" err="1"/>
                        <a:t>meV</a:t>
                      </a:r>
                      <a:r>
                        <a:rPr lang="en-US" sz="1600" dirty="0"/>
                        <a:t>/atom)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 RMSE (</a:t>
                      </a:r>
                      <a:r>
                        <a:rPr lang="en-US" sz="1600" dirty="0" err="1"/>
                        <a:t>meV</a:t>
                      </a:r>
                      <a:r>
                        <a:rPr lang="en-US" sz="1600" dirty="0"/>
                        <a:t>/</a:t>
                      </a:r>
                      <a:r>
                        <a:rPr lang="en-US" sz="1600" dirty="0" err="1"/>
                        <a:t>Å</a:t>
                      </a:r>
                      <a:r>
                        <a:rPr lang="en-US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Rel. F RMSE%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152272"/>
                  </a:ext>
                </a:extLst>
              </a:tr>
              <a:tr h="30217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2.14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334739"/>
                  </a:ext>
                </a:extLst>
              </a:tr>
              <a:tr h="30217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384015"/>
                  </a:ext>
                </a:extLst>
              </a:tr>
              <a:tr h="30217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2.96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855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9477773-6251-F6F4-08E1-7479248E6136}"/>
              </a:ext>
            </a:extLst>
          </p:cNvPr>
          <p:cNvSpPr txBox="1"/>
          <p:nvPr/>
        </p:nvSpPr>
        <p:spPr>
          <a:xfrm>
            <a:off x="114300" y="4730390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“Patience” setting = 5 epochs</a:t>
            </a:r>
          </a:p>
          <a:p>
            <a:r>
              <a:rPr lang="en-US" dirty="0"/>
              <a:t>Training time = 36 hours on 64 CPUs</a:t>
            </a:r>
          </a:p>
        </p:txBody>
      </p:sp>
    </p:spTree>
    <p:extLst>
      <p:ext uri="{BB962C8B-B14F-4D97-AF65-F5344CB8AC3E}">
        <p14:creationId xmlns:p14="http://schemas.microsoft.com/office/powerpoint/2010/main" val="881509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576E7-95A0-DCC3-4924-9AD3ACCD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0545"/>
            <a:ext cx="10515600" cy="1325563"/>
          </a:xfrm>
        </p:spPr>
        <p:txBody>
          <a:bodyPr/>
          <a:lstStyle/>
          <a:p>
            <a:r>
              <a:rPr lang="en-US" dirty="0"/>
              <a:t>Training: Small model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7812933-022F-EB96-C407-4AC6003EE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" y="869796"/>
            <a:ext cx="4737296" cy="31654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A532D93-3B24-C28A-E935-8068466C0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100" y="3556000"/>
            <a:ext cx="4737296" cy="3165474"/>
          </a:xfrm>
          <a:prstGeom prst="rect">
            <a:avLst/>
          </a:prstGeom>
        </p:spPr>
      </p:pic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1E8B34FC-C2DD-49EC-098F-7E4264C50890}"/>
              </a:ext>
            </a:extLst>
          </p:cNvPr>
          <p:cNvGraphicFramePr>
            <a:graphicFrameLocks noGrp="1"/>
          </p:cNvGraphicFramePr>
          <p:nvPr/>
        </p:nvGraphicFramePr>
        <p:xfrm>
          <a:off x="6216748" y="1408750"/>
          <a:ext cx="552704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760">
                  <a:extLst>
                    <a:ext uri="{9D8B030D-6E8A-4147-A177-3AD203B41FA5}">
                      <a16:colId xmlns:a16="http://schemas.microsoft.com/office/drawing/2014/main" val="267710837"/>
                    </a:ext>
                  </a:extLst>
                </a:gridCol>
                <a:gridCol w="1506118">
                  <a:extLst>
                    <a:ext uri="{9D8B030D-6E8A-4147-A177-3AD203B41FA5}">
                      <a16:colId xmlns:a16="http://schemas.microsoft.com/office/drawing/2014/main" val="413046142"/>
                    </a:ext>
                  </a:extLst>
                </a:gridCol>
                <a:gridCol w="1257402">
                  <a:extLst>
                    <a:ext uri="{9D8B030D-6E8A-4147-A177-3AD203B41FA5}">
                      <a16:colId xmlns:a16="http://schemas.microsoft.com/office/drawing/2014/main" val="2206031782"/>
                    </a:ext>
                  </a:extLst>
                </a:gridCol>
                <a:gridCol w="1381760">
                  <a:extLst>
                    <a:ext uri="{9D8B030D-6E8A-4147-A177-3AD203B41FA5}">
                      <a16:colId xmlns:a16="http://schemas.microsoft.com/office/drawing/2014/main" val="1643520954"/>
                    </a:ext>
                  </a:extLst>
                </a:gridCol>
              </a:tblGrid>
              <a:tr h="52007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 RMSE (</a:t>
                      </a:r>
                      <a:r>
                        <a:rPr lang="en-US" sz="1600" dirty="0" err="1"/>
                        <a:t>meV</a:t>
                      </a:r>
                      <a:r>
                        <a:rPr lang="en-US" sz="1600" dirty="0"/>
                        <a:t>/atom)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 RMSE (</a:t>
                      </a:r>
                      <a:r>
                        <a:rPr lang="en-US" sz="1600" dirty="0" err="1"/>
                        <a:t>meV</a:t>
                      </a:r>
                      <a:r>
                        <a:rPr lang="en-US" sz="1600" dirty="0"/>
                        <a:t>/</a:t>
                      </a:r>
                      <a:r>
                        <a:rPr lang="en-US" sz="1600" dirty="0" err="1"/>
                        <a:t>Å</a:t>
                      </a:r>
                      <a:r>
                        <a:rPr lang="en-US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Rel. F RMSE%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152272"/>
                  </a:ext>
                </a:extLst>
              </a:tr>
              <a:tr h="30217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3.26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334739"/>
                  </a:ext>
                </a:extLst>
              </a:tr>
              <a:tr h="30217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384015"/>
                  </a:ext>
                </a:extLst>
              </a:tr>
              <a:tr h="30217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3.92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855524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E03760E0-3A4F-71C6-8F5A-F4F00603C29B}"/>
              </a:ext>
            </a:extLst>
          </p:cNvPr>
          <p:cNvSpPr txBox="1"/>
          <p:nvPr/>
        </p:nvSpPr>
        <p:spPr>
          <a:xfrm>
            <a:off x="114300" y="4730390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“Patience” setting = 5 epochs</a:t>
            </a:r>
          </a:p>
          <a:p>
            <a:r>
              <a:rPr lang="en-US" dirty="0"/>
              <a:t>Training time = 4 hours on 64 CPUs</a:t>
            </a:r>
          </a:p>
        </p:txBody>
      </p:sp>
    </p:spTree>
    <p:extLst>
      <p:ext uri="{BB962C8B-B14F-4D97-AF65-F5344CB8AC3E}">
        <p14:creationId xmlns:p14="http://schemas.microsoft.com/office/powerpoint/2010/main" val="3251874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2A1DB-9E24-7EF6-F450-7E566CCA0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726"/>
            <a:ext cx="10515600" cy="733270"/>
          </a:xfrm>
        </p:spPr>
        <p:txBody>
          <a:bodyPr/>
          <a:lstStyle/>
          <a:p>
            <a:r>
              <a:rPr lang="en-US" dirty="0"/>
              <a:t>Foundation models dynamics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34BA25E-5B92-523C-1E97-CA6289357128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879003"/>
          <a:ext cx="3073400" cy="2636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73400">
                  <a:extLst>
                    <a:ext uri="{9D8B030D-6E8A-4147-A177-3AD203B41FA5}">
                      <a16:colId xmlns:a16="http://schemas.microsoft.com/office/drawing/2014/main" val="33894195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b="1" u="none" strike="noStrike" dirty="0">
                          <a:effectLst/>
                        </a:rPr>
                        <a:t>Model Name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8004943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ptos" panose="020B0004020202020204" pitchFamily="34" charset="0"/>
                        </a:rPr>
                        <a:t>MACE-MP-0a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5349748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MACE-MP-0b3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8442065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MACE-MPA-0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7504281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MACE-OMAT-0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2023970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MACE-MATPES-PBE-0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2542308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MACE-MATPES-r2SCAN-0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2503673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MACE-OMOL-0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43654130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70F76192-75A5-1B31-95C2-ED5691C2A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056" y="3802462"/>
            <a:ext cx="4123944" cy="274612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32BB649-69D9-561D-0653-46C3089C7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500" y="3802462"/>
            <a:ext cx="4123944" cy="27461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9C79CDA-BE07-AA1A-2831-9A736297BC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5150" y="824079"/>
            <a:ext cx="4114800" cy="2746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078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1350</TotalTime>
  <Words>193</Words>
  <Application>Microsoft Macintosh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MLFF for UHTC Oxidation</vt:lpstr>
      <vt:lpstr>"Solid pillars, liquid roof"</vt:lpstr>
      <vt:lpstr>Convergence tests on bulk ZrB2</vt:lpstr>
      <vt:lpstr>Surface construction</vt:lpstr>
      <vt:lpstr>Ab initio molecular dynamics</vt:lpstr>
      <vt:lpstr>Surface symmetry: 3 adsorption sites (H, B, T)</vt:lpstr>
      <vt:lpstr>Training: Large model</vt:lpstr>
      <vt:lpstr>Training: Small model</vt:lpstr>
      <vt:lpstr>Foundation models dynamics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Connor Ganley</dc:creator>
  <cp:lastModifiedBy>Connor Ganley</cp:lastModifiedBy>
  <cp:revision>7</cp:revision>
  <dcterms:created xsi:type="dcterms:W3CDTF">2026-01-19T16:52:01Z</dcterms:created>
  <dcterms:modified xsi:type="dcterms:W3CDTF">2026-01-20T15:22:28Z</dcterms:modified>
</cp:coreProperties>
</file>